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3ad6b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24042" y="1616497"/>
            <a:ext cx="38959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85800" y="2226097"/>
            <a:ext cx="77724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900"/>
              </a:spcBef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framework PHP pour les projets ambitieux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095750" y="2757562"/>
            <a:ext cx="952500" cy="28575"/>
          </a:xfrm>
          <a:prstGeom prst="rect">
            <a:avLst/>
          </a:prstGeom>
          <a:solidFill>
            <a:srgbClr val="18B3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800" y="3024262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DEUST · Introduction au développement web professionnel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5800" y="3353767"/>
            <a:ext cx="7772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125"/>
              </a:spcBef>
              <a:buNone/>
            </a:pPr>
            <a:r>
              <a:rPr lang="en-US" sz="975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Janvier 2026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c5a76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de la session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895773"/>
            <a:ext cx="4000500" cy="990302"/>
          </a:xfrm>
          <a:prstGeom prst="roundRect">
            <a:avLst>
              <a:gd name="adj" fmla="val 7695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895773"/>
            <a:ext cx="0" cy="990302"/>
          </a:xfrm>
          <a:prstGeom prst="line">
            <a:avLst/>
          </a:prstGeom>
          <a:noFill/>
          <a:ln w="38100">
            <a:solidFill>
              <a:srgbClr val="18B3A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2048173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· 30 min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571500" y="2278559"/>
            <a:ext cx="37307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Découverte de Symfony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1500" y="2560439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Histoire, philosophie, architecture et écosystème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81000" y="3038475"/>
            <a:ext cx="4000500" cy="990302"/>
          </a:xfrm>
          <a:prstGeom prst="roundRect">
            <a:avLst>
              <a:gd name="adj" fmla="val 7695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3038475"/>
            <a:ext cx="0" cy="990302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3190875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· 20 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71500" y="3421261"/>
            <a:ext cx="37307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de l'environnement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71500" y="3703141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des outils, création d'un premier projet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762500" y="1675656"/>
            <a:ext cx="4000500" cy="990302"/>
          </a:xfrm>
          <a:prstGeom prst="roundRect">
            <a:avLst>
              <a:gd name="adj" fmla="val 7695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781550" y="1675656"/>
            <a:ext cx="0" cy="990302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53000" y="1828056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· 10 min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4953000" y="2058442"/>
            <a:ext cx="37307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Premiers pas pratiques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953000" y="2340322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contrôleurs, routes et templates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4762500" y="2818358"/>
            <a:ext cx="4000500" cy="1430536"/>
          </a:xfrm>
          <a:prstGeom prst="roundRect">
            <a:avLst>
              <a:gd name="adj" fmla="val 532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24425" y="2980283"/>
            <a:ext cx="37501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4924425" y="3210669"/>
            <a:ext cx="367665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pourquoi Symfony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et configurer l'environnement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votre premier projet fonctionnel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b45b6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Symfony ?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971550"/>
            <a:ext cx="49549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framework PHP open source pour créer des applications web et des APIs.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81000" y="1828800"/>
            <a:ext cx="4857750" cy="2091630"/>
          </a:xfrm>
          <a:prstGeom prst="roundRect">
            <a:avLst>
              <a:gd name="adj" fmla="val 3643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1981200"/>
            <a:ext cx="4644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pratique, Symfony c'est :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3400" y="2282130"/>
            <a:ext cx="455295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ensemble de composants réutilisables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solide (MVC)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outils de développement puissants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documentation exemplaire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communauté active et professionnelle</a:t>
            </a:r>
            <a:endParaRPr lang="en-US" sz="1350" dirty="0"/>
          </a:p>
        </p:txBody>
      </p:sp>
      <p:pic>
        <p:nvPicPr>
          <p:cNvPr id="8" name="Image 1" descr="/tmp/rasterized-gradient-8ebfd0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971550"/>
            <a:ext cx="3238500" cy="11002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0230" y="1162050"/>
            <a:ext cx="146704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5686425" y="1708100"/>
            <a:ext cx="29146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découplés</a:t>
            </a:r>
            <a:endParaRPr lang="en-US" sz="975" dirty="0"/>
          </a:p>
        </p:txBody>
      </p:sp>
      <p:sp>
        <p:nvSpPr>
          <p:cNvPr id="11" name="Text 7"/>
          <p:cNvSpPr/>
          <p:nvPr/>
        </p:nvSpPr>
        <p:spPr>
          <a:xfrm>
            <a:off x="5524500" y="2224236"/>
            <a:ext cx="3238500" cy="914251"/>
          </a:xfrm>
          <a:prstGeom prst="roundRect">
            <a:avLst>
              <a:gd name="adj" fmla="val 833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647563" y="2376636"/>
            <a:ext cx="299237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5647563" y="2826097"/>
            <a:ext cx="29923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version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524500" y="3290888"/>
            <a:ext cx="3238500" cy="777180"/>
          </a:xfrm>
          <a:prstGeom prst="roundRect">
            <a:avLst>
              <a:gd name="adj" fmla="val 980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647563" y="3443288"/>
            <a:ext cx="299237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SensioLabs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647563" y="3755678"/>
            <a:ext cx="29923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Créé en France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82933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L'histoire de Symfony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2031802"/>
            <a:ext cx="8382000" cy="3810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81000" y="195560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8B3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224980" y="195560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68961" y="195560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F088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13090" y="195560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57071" y="195560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8B3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65150" y="2355652"/>
            <a:ext cx="161672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365150" y="2664172"/>
            <a:ext cx="1616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1.0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150" y="2881313"/>
            <a:ext cx="16167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Fabien Potencier crée Symfony chez SensioLabs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2064469" y="2355652"/>
            <a:ext cx="161672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2064469" y="2664172"/>
            <a:ext cx="1616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2.0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64469" y="2881313"/>
            <a:ext cx="16167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Réécriture complète, composants découplés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763789" y="2355652"/>
            <a:ext cx="161672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3763789" y="2664172"/>
            <a:ext cx="1616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3.0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763789" y="2881313"/>
            <a:ext cx="16167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Simplification et amélioration des performances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463108" y="2355652"/>
            <a:ext cx="161672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5463108" y="2664172"/>
            <a:ext cx="1616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4/5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63108" y="2881313"/>
            <a:ext cx="16167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Flex, auto-configuration, micro-kernel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7162428" y="2355652"/>
            <a:ext cx="161672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7162428" y="2664172"/>
            <a:ext cx="1616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7.x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62428" y="2881313"/>
            <a:ext cx="1616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8.2+, attributs, performance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381000" y="3365004"/>
            <a:ext cx="8382000" cy="718096"/>
          </a:xfrm>
          <a:prstGeom prst="roundRect">
            <a:avLst>
              <a:gd name="adj" fmla="val 10611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684410" y="3498354"/>
            <a:ext cx="941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ans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2684410" y="3803154"/>
            <a:ext cx="941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d'évolution continue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188785" y="3498354"/>
            <a:ext cx="9090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188785" y="3803154"/>
            <a:ext cx="9090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long terme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5662101" y="3498354"/>
            <a:ext cx="796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mois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662101" y="3803154"/>
            <a:ext cx="796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release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d23e2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philosophie Symfony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923925"/>
            <a:ext cx="2667000" cy="2000250"/>
          </a:xfrm>
          <a:prstGeom prst="roundRect">
            <a:avLst>
              <a:gd name="adj" fmla="val 3810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1076325"/>
            <a:ext cx="24094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Découplage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533400" y="1304925"/>
            <a:ext cx="24094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composant est indépendant et réutilisable. Utilisez seulement ce dont vous avez besoin.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81000" y="3000375"/>
            <a:ext cx="2667000" cy="2000250"/>
          </a:xfrm>
          <a:prstGeom prst="roundRect">
            <a:avLst>
              <a:gd name="adj" fmla="val 3810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3152775"/>
            <a:ext cx="24094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533400" y="3381375"/>
            <a:ext cx="24094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des PSR (PHP Standards), interopérabilité maximale avec l'écosystème PHP.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238500" y="923925"/>
            <a:ext cx="2667000" cy="2000250"/>
          </a:xfrm>
          <a:prstGeom prst="roundRect">
            <a:avLst>
              <a:gd name="adj" fmla="val 3810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90900" y="1076325"/>
            <a:ext cx="24094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3390900" y="1304925"/>
            <a:ext cx="24094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Optimisé pour la production : cache, compilation, lazy loading. Un des frameworks PHP les plus rapides.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3238500" y="3000375"/>
            <a:ext cx="2667000" cy="2000250"/>
          </a:xfrm>
          <a:prstGeom prst="roundRect">
            <a:avLst>
              <a:gd name="adj" fmla="val 3810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390900" y="3152775"/>
            <a:ext cx="24094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3390900" y="3381375"/>
            <a:ext cx="24094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CSRF, XSS, SQL injection intégrée. Équipe de sécurité dédiée.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096000" y="923925"/>
            <a:ext cx="2667000" cy="2000250"/>
          </a:xfrm>
          <a:prstGeom prst="roundRect">
            <a:avLst>
              <a:gd name="adj" fmla="val 3810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48400" y="1076325"/>
            <a:ext cx="24094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6248400" y="1304925"/>
            <a:ext cx="24094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de référence, reconnue comme l'une des meilleures de l'écosystème.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6096000" y="3000375"/>
            <a:ext cx="2667000" cy="2000250"/>
          </a:xfrm>
          <a:prstGeom prst="roundRect">
            <a:avLst>
              <a:gd name="adj" fmla="val 3810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248400" y="3152775"/>
            <a:ext cx="24094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77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6248400" y="3381375"/>
            <a:ext cx="24094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 les bonnes pratiques : DI, SOLID, tests, clean code par conception.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381000"/>
            <a:ext cx="5430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MVC dans Symfony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009650"/>
            <a:ext cx="2412950" cy="2299246"/>
          </a:xfrm>
          <a:prstGeom prst="roundRect">
            <a:avLst>
              <a:gd name="adj" fmla="val 49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009650"/>
            <a:ext cx="0" cy="2299246"/>
          </a:xfrm>
          <a:prstGeom prst="line">
            <a:avLst/>
          </a:prstGeom>
          <a:noFill/>
          <a:ln w="38100">
            <a:solidFill>
              <a:srgbClr val="18B3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2975" y="1247775"/>
            <a:ext cx="193657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42975" y="1642021"/>
            <a:ext cx="1936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Représentation des données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2194471"/>
            <a:ext cx="1936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Accès base de données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2975" y="2746921"/>
            <a:ext cx="19365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Logique métier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65450" y="1009650"/>
            <a:ext cx="2412950" cy="2299246"/>
          </a:xfrm>
          <a:prstGeom prst="roundRect">
            <a:avLst>
              <a:gd name="adj" fmla="val 49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84500" y="1009650"/>
            <a:ext cx="0" cy="2299246"/>
          </a:xfrm>
          <a:prstGeom prst="line">
            <a:avLst/>
          </a:prstGeom>
          <a:noFill/>
          <a:ln w="38100">
            <a:solidFill>
              <a:srgbClr val="18B3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1675" y="1247775"/>
            <a:ext cx="193657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641675" y="1642021"/>
            <a:ext cx="19365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Twig 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Moteur de templates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41675" y="1965871"/>
            <a:ext cx="19365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Héritage 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Layouts et blocs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41675" y="2289721"/>
            <a:ext cx="19365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CSS, JS, images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4151" y="1009650"/>
            <a:ext cx="2412950" cy="2299246"/>
          </a:xfrm>
          <a:prstGeom prst="roundRect">
            <a:avLst>
              <a:gd name="adj" fmla="val 49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83201" y="1009650"/>
            <a:ext cx="0" cy="2299246"/>
          </a:xfrm>
          <a:prstGeom prst="line">
            <a:avLst/>
          </a:prstGeom>
          <a:noFill/>
          <a:ln w="38100">
            <a:solidFill>
              <a:srgbClr val="18B3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0376" y="1247775"/>
            <a:ext cx="193657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340376" y="1642021"/>
            <a:ext cx="19365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URLs vers actions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0376" y="1965871"/>
            <a:ext cx="1936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Données entrantes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0376" y="2518321"/>
            <a:ext cx="1936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HTML, JSON, etc.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381000"/>
            <a:ext cx="54892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Symfony essentiels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62025"/>
            <a:ext cx="2508200" cy="891183"/>
          </a:xfrm>
          <a:prstGeom prst="roundRect">
            <a:avLst>
              <a:gd name="adj" fmla="val 855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9625" y="1104900"/>
            <a:ext cx="226689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9625" y="1363861"/>
            <a:ext cx="226689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des requêtes/réponses HTTP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317825" y="962025"/>
            <a:ext cx="2508200" cy="891183"/>
          </a:xfrm>
          <a:prstGeom prst="roundRect">
            <a:avLst>
              <a:gd name="adj" fmla="val 855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60700" y="1104900"/>
            <a:ext cx="226689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60700" y="1363861"/>
            <a:ext cx="2266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URLs vers contrôleurs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968901" y="962025"/>
            <a:ext cx="2508349" cy="891183"/>
          </a:xfrm>
          <a:prstGeom prst="roundRect">
            <a:avLst>
              <a:gd name="adj" fmla="val 855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11776" y="1104900"/>
            <a:ext cx="22670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DependencyInjection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1776" y="1363861"/>
            <a:ext cx="22670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de services et autowiring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66750" y="1996083"/>
            <a:ext cx="2508200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9625" y="2138958"/>
            <a:ext cx="226689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625" y="2397919"/>
            <a:ext cx="2266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de commandes CLI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317825" y="1996083"/>
            <a:ext cx="2508200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60700" y="2138958"/>
            <a:ext cx="226689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60700" y="2397919"/>
            <a:ext cx="2266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et validation de formulaires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968901" y="1996083"/>
            <a:ext cx="2508349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11776" y="2138958"/>
            <a:ext cx="22670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11776" y="2397919"/>
            <a:ext cx="22670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 de validation des données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66750" y="2856905"/>
            <a:ext cx="2508200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9625" y="2999780"/>
            <a:ext cx="226689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625" y="3258741"/>
            <a:ext cx="2266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et autorisation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317825" y="2856905"/>
            <a:ext cx="2508200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60700" y="2999780"/>
            <a:ext cx="226689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EventDispatcher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60700" y="3258741"/>
            <a:ext cx="2266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d'événements et listeners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968901" y="2856905"/>
            <a:ext cx="2508349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11776" y="2999780"/>
            <a:ext cx="22670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11776" y="3258741"/>
            <a:ext cx="22670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cache PSR-6/PSR-16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66750" y="3717727"/>
            <a:ext cx="2508200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09625" y="3860602"/>
            <a:ext cx="226689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9625" y="4119562"/>
            <a:ext cx="2266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asynchrones et queues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3317825" y="3717727"/>
            <a:ext cx="2508200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60700" y="3860602"/>
            <a:ext cx="226689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60700" y="4119562"/>
            <a:ext cx="2266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objets/JSON/XML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5968901" y="3717727"/>
            <a:ext cx="2508349" cy="717947"/>
          </a:xfrm>
          <a:prstGeom prst="roundRect">
            <a:avLst>
              <a:gd name="adj" fmla="val 106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11776" y="3860602"/>
            <a:ext cx="22670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11776" y="4119562"/>
            <a:ext cx="22670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 d'emails avec templates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3810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L'écosystème Symfony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14400"/>
            <a:ext cx="3833812" cy="700832"/>
          </a:xfrm>
          <a:prstGeom prst="roundRect">
            <a:avLst>
              <a:gd name="adj" fmla="val 13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1038" y="914400"/>
            <a:ext cx="0" cy="700832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200" y="1057275"/>
            <a:ext cx="358987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375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Twig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838200" y="1299121"/>
            <a:ext cx="35898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de templates avec héritage et filtres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643438" y="914400"/>
            <a:ext cx="3833812" cy="700832"/>
          </a:xfrm>
          <a:prstGeom prst="roundRect">
            <a:avLst>
              <a:gd name="adj" fmla="val 13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57725" y="914400"/>
            <a:ext cx="0" cy="700832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4888" y="1057275"/>
            <a:ext cx="358987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375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Doctrine ORM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4814888" y="1299121"/>
            <a:ext cx="35898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objet-relationnel et migrations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66750" y="1758107"/>
            <a:ext cx="3833812" cy="700832"/>
          </a:xfrm>
          <a:prstGeom prst="roundRect">
            <a:avLst>
              <a:gd name="adj" fmla="val 13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81038" y="1758107"/>
            <a:ext cx="0" cy="700832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200" y="1900982"/>
            <a:ext cx="358987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375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Flex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838200" y="2142827"/>
            <a:ext cx="35898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Auto-configuration des bundles via recipes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43438" y="1758107"/>
            <a:ext cx="3833812" cy="700832"/>
          </a:xfrm>
          <a:prstGeom prst="roundRect">
            <a:avLst>
              <a:gd name="adj" fmla="val 13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57725" y="1758107"/>
            <a:ext cx="0" cy="700832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4888" y="1900982"/>
            <a:ext cx="358987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375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Webpack Encore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4814888" y="2142827"/>
            <a:ext cx="35898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assets frontend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66750" y="2601813"/>
            <a:ext cx="3833812" cy="700832"/>
          </a:xfrm>
          <a:prstGeom prst="roundRect">
            <a:avLst>
              <a:gd name="adj" fmla="val 13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81038" y="2601813"/>
            <a:ext cx="0" cy="700832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200" y="2744688"/>
            <a:ext cx="358987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375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MakerBundle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838200" y="2986534"/>
            <a:ext cx="35898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de code : controllers, entities, CRUD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643438" y="2601813"/>
            <a:ext cx="3833812" cy="700832"/>
          </a:xfrm>
          <a:prstGeom prst="roundRect">
            <a:avLst>
              <a:gd name="adj" fmla="val 13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7725" y="2601813"/>
            <a:ext cx="0" cy="700832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4888" y="2744688"/>
            <a:ext cx="358987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375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Profiler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4814888" y="2986534"/>
            <a:ext cx="35898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et analyse des performances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381000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choisir Symfony 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14400"/>
            <a:ext cx="38376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6750" y="1409700"/>
            <a:ext cx="3762375" cy="415230"/>
          </a:xfrm>
          <a:prstGeom prst="roundRect">
            <a:avLst>
              <a:gd name="adj" fmla="val 183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81038" y="1409700"/>
            <a:ext cx="0" cy="415230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625" y="1524000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Scalabilité pour les gros projets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6750" y="2072580"/>
            <a:ext cx="3762375" cy="415230"/>
          </a:xfrm>
          <a:prstGeom prst="roundRect">
            <a:avLst>
              <a:gd name="adj" fmla="val 183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1038" y="2072580"/>
            <a:ext cx="0" cy="415230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625" y="2186880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 employabilité en France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6750" y="2735461"/>
            <a:ext cx="3762375" cy="415230"/>
          </a:xfrm>
          <a:prstGeom prst="roundRect">
            <a:avLst>
              <a:gd name="adj" fmla="val 183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1038" y="2735461"/>
            <a:ext cx="0" cy="415230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625" y="2849761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 LTS (support 4 ans)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6750" y="3398341"/>
            <a:ext cx="3762375" cy="415230"/>
          </a:xfrm>
          <a:prstGeom prst="roundRect">
            <a:avLst>
              <a:gd name="adj" fmla="val 183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81038" y="3398341"/>
            <a:ext cx="0" cy="415230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625" y="3512641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exceptionnelle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14875" y="1245840"/>
            <a:ext cx="38376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d'attention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14875" y="1741140"/>
            <a:ext cx="3762375" cy="415230"/>
          </a:xfrm>
          <a:prstGeom prst="roundRect">
            <a:avLst>
              <a:gd name="adj" fmla="val 183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29163" y="1741140"/>
            <a:ext cx="0" cy="415230"/>
          </a:xfrm>
          <a:prstGeom prst="line">
            <a:avLst/>
          </a:prstGeom>
          <a:noFill/>
          <a:ln w="28575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750" y="1855440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 d'apprentissage initiale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14875" y="2404021"/>
            <a:ext cx="3762375" cy="415230"/>
          </a:xfrm>
          <a:prstGeom prst="roundRect">
            <a:avLst>
              <a:gd name="adj" fmla="val 183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29163" y="2404021"/>
            <a:ext cx="0" cy="415230"/>
          </a:xfrm>
          <a:prstGeom prst="line">
            <a:avLst/>
          </a:prstGeom>
          <a:noFill/>
          <a:ln w="28575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7750" y="2518321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plus verbeuse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14875" y="3066901"/>
            <a:ext cx="3762375" cy="415230"/>
          </a:xfrm>
          <a:prstGeom prst="roundRect">
            <a:avLst>
              <a:gd name="adj" fmla="val 183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29163" y="3066901"/>
            <a:ext cx="0" cy="415230"/>
          </a:xfrm>
          <a:prstGeom prst="line">
            <a:avLst/>
          </a:prstGeom>
          <a:noFill/>
          <a:ln w="28575">
            <a:solidFill>
              <a:srgbClr val="D299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7750" y="3181201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Nécessite de bonnes bases PHP/POO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3810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utilise Symfony 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62025"/>
            <a:ext cx="897434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7250" y="1076325"/>
            <a:ext cx="5267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07059" y="962025"/>
            <a:ext cx="1067246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97559" y="1076325"/>
            <a:ext cx="6999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Blablacar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17180" y="962025"/>
            <a:ext cx="1253133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07680" y="1076325"/>
            <a:ext cx="8895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Dailymotion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13188" y="962025"/>
            <a:ext cx="939850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03688" y="1076325"/>
            <a:ext cx="5700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Auchan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5913" y="962025"/>
            <a:ext cx="1092250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86413" y="1076325"/>
            <a:ext cx="7254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Monde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31037" y="962025"/>
            <a:ext cx="795933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21537" y="1076325"/>
            <a:ext cx="4232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SNCF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6750" y="1546771"/>
            <a:ext cx="914549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1661071"/>
            <a:ext cx="5442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24174" y="1546771"/>
            <a:ext cx="1293019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14674" y="1661071"/>
            <a:ext cx="9302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60068" y="1546771"/>
            <a:ext cx="990600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50568" y="1661071"/>
            <a:ext cx="6217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Doctolib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3543" y="1546771"/>
            <a:ext cx="1134814" cy="441871"/>
          </a:xfrm>
          <a:prstGeom prst="roundRect">
            <a:avLst>
              <a:gd name="adj" fmla="val 172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84043" y="1661071"/>
            <a:ext cx="7688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Ministères</a:t>
            </a:r>
            <a:endParaRPr lang="en-US" sz="1200" dirty="0"/>
          </a:p>
        </p:txBody>
      </p:sp>
      <p:pic>
        <p:nvPicPr>
          <p:cNvPr id="23" name="Image 0" descr="/tmp/rasterized-gradient-cfe042b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2226766"/>
            <a:ext cx="2412950" cy="93523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36930" y="2417266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600K+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836930" y="2784872"/>
            <a:ext cx="20725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Développeurs actifs</a:t>
            </a:r>
            <a:endParaRPr lang="en-US" sz="1050" dirty="0"/>
          </a:p>
        </p:txBody>
      </p:sp>
      <p:pic>
        <p:nvPicPr>
          <p:cNvPr id="26" name="Image 1" descr="/tmp/rasterized-gradient-ba7d757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450" y="2226766"/>
            <a:ext cx="2412950" cy="9352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535631" y="2417266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3B+</a:t>
            </a:r>
            <a:endParaRPr lang="en-US" sz="2100" dirty="0"/>
          </a:p>
        </p:txBody>
      </p:sp>
      <p:sp>
        <p:nvSpPr>
          <p:cNvPr id="28" name="Text 24"/>
          <p:cNvSpPr/>
          <p:nvPr/>
        </p:nvSpPr>
        <p:spPr>
          <a:xfrm>
            <a:off x="3535631" y="2784872"/>
            <a:ext cx="20725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Téléchargements Packagist</a:t>
            </a:r>
            <a:endParaRPr lang="en-US" sz="1050" dirty="0"/>
          </a:p>
        </p:txBody>
      </p:sp>
      <p:pic>
        <p:nvPicPr>
          <p:cNvPr id="29" name="Image 2" descr="/tmp/rasterized-gradient-cc277dc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51" y="2226766"/>
            <a:ext cx="2412950" cy="9352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34331" y="2417266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3000+</a:t>
            </a:r>
            <a:endParaRPr lang="en-US" sz="2100" dirty="0"/>
          </a:p>
        </p:txBody>
      </p:sp>
      <p:sp>
        <p:nvSpPr>
          <p:cNvPr id="31" name="Text 26"/>
          <p:cNvSpPr/>
          <p:nvPr/>
        </p:nvSpPr>
        <p:spPr>
          <a:xfrm>
            <a:off x="6234331" y="2784872"/>
            <a:ext cx="20725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Contributeurs GitHub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" y="1143000"/>
            <a:ext cx="85496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00"/>
              </a:lnSpc>
              <a:spcAft>
                <a:spcPts val="1500"/>
              </a:spcAft>
              <a:buNone/>
            </a:pPr>
            <a:r>
              <a:rPr lang="en-US" sz="4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172272" y="2133600"/>
            <a:ext cx="47994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Passons à la pratique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97180" y="2781300"/>
            <a:ext cx="85496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et premier projet Symfony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3810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62025"/>
            <a:ext cx="3810000" cy="830461"/>
          </a:xfrm>
          <a:prstGeom prst="roundRect">
            <a:avLst>
              <a:gd name="adj" fmla="val 114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1038" y="962025"/>
            <a:ext cx="0" cy="830461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5825" y="1190625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61480" y="1152525"/>
            <a:ext cx="24621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8.2+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61480" y="1405830"/>
            <a:ext cx="24621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extensions : intl, pdo, mbstring, xml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7250" y="962025"/>
            <a:ext cx="3810000" cy="830461"/>
          </a:xfrm>
          <a:prstGeom prst="roundRect">
            <a:avLst>
              <a:gd name="adj" fmla="val 114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1538" y="962025"/>
            <a:ext cx="0" cy="830461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6325" y="1190625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361980" y="1152525"/>
            <a:ext cx="21324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 2.x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61980" y="1405830"/>
            <a:ext cx="213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Gestionnaire de dépendances PHP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6750" y="1982986"/>
            <a:ext cx="3810000" cy="830461"/>
          </a:xfrm>
          <a:prstGeom prst="roundRect">
            <a:avLst>
              <a:gd name="adj" fmla="val 114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81038" y="1982986"/>
            <a:ext cx="0" cy="830461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2211586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61480" y="2173486"/>
            <a:ext cx="211463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CLI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61480" y="2426791"/>
            <a:ext cx="21146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 en ligne de commande officiel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7250" y="1982986"/>
            <a:ext cx="3810000" cy="830461"/>
          </a:xfrm>
          <a:prstGeom prst="roundRect">
            <a:avLst>
              <a:gd name="adj" fmla="val 114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1538" y="1982986"/>
            <a:ext cx="0" cy="830461"/>
          </a:xfrm>
          <a:prstGeom prst="line">
            <a:avLst/>
          </a:prstGeom>
          <a:noFill/>
          <a:ln w="28575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6325" y="2211586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361980" y="2173486"/>
            <a:ext cx="221908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61980" y="2426791"/>
            <a:ext cx="22190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PHPStorm ou VS Code + extensions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6750" y="3003947"/>
            <a:ext cx="3810000" cy="830461"/>
          </a:xfrm>
          <a:prstGeom prst="roundRect">
            <a:avLst>
              <a:gd name="adj" fmla="val 114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81038" y="3003947"/>
            <a:ext cx="0" cy="830461"/>
          </a:xfrm>
          <a:prstGeom prst="line">
            <a:avLst/>
          </a:prstGeom>
          <a:noFill/>
          <a:ln w="28575">
            <a:solidFill>
              <a:srgbClr val="D299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5825" y="3232547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361480" y="3194447"/>
            <a:ext cx="19077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61480" y="3447752"/>
            <a:ext cx="19077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PostgreSQL ou SQLite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7250" y="3003947"/>
            <a:ext cx="3810000" cy="830461"/>
          </a:xfrm>
          <a:prstGeom prst="roundRect">
            <a:avLst>
              <a:gd name="adj" fmla="val 114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81538" y="3003947"/>
            <a:ext cx="0" cy="830461"/>
          </a:xfrm>
          <a:prstGeom prst="line">
            <a:avLst/>
          </a:prstGeom>
          <a:noFill/>
          <a:ln w="28575">
            <a:solidFill>
              <a:srgbClr val="D299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6325" y="3232547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361980" y="3194447"/>
            <a:ext cx="154491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(optionnel)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361980" y="3447752"/>
            <a:ext cx="1544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environnement isolé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381000"/>
            <a:ext cx="45954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de Symfony CLI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62025"/>
            <a:ext cx="796671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(avec Scoop)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6750" y="1262955"/>
            <a:ext cx="7810500" cy="472380"/>
          </a:xfrm>
          <a:prstGeom prst="roundRect">
            <a:avLst>
              <a:gd name="adj" fmla="val 1613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9625" y="1405830"/>
            <a:ext cx="76752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scoop install symfony-cli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6750" y="1925836"/>
            <a:ext cx="796671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(avec Homebrew)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6750" y="2226766"/>
            <a:ext cx="7810500" cy="472380"/>
          </a:xfrm>
          <a:prstGeom prst="roundRect">
            <a:avLst>
              <a:gd name="adj" fmla="val 1613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9625" y="2369641"/>
            <a:ext cx="76752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brew install symfony-cli/tap/symfony-cli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6750" y="2889647"/>
            <a:ext cx="796671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6750" y="3190577"/>
            <a:ext cx="7810500" cy="472380"/>
          </a:xfrm>
          <a:prstGeom prst="roundRect">
            <a:avLst>
              <a:gd name="adj" fmla="val 1613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9625" y="3333452"/>
            <a:ext cx="76752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curl -sS https://get.symfony.com/cli/installer | bash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6750" y="3853458"/>
            <a:ext cx="7810500" cy="868561"/>
          </a:xfrm>
          <a:prstGeom prst="roundRect">
            <a:avLst>
              <a:gd name="adj" fmla="val 1096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85800" y="3853458"/>
            <a:ext cx="0" cy="868561"/>
          </a:xfrm>
          <a:prstGeom prst="line">
            <a:avLst/>
          </a:prstGeom>
          <a:noFill/>
          <a:ln w="38100">
            <a:solidFill>
              <a:srgbClr val="18B3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350" y="4043958"/>
            <a:ext cx="753922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l'installation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5350" y="4344888"/>
            <a:ext cx="75392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 check:requirements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125"/>
              </a:spcAft>
              <a:buNone/>
            </a:pPr>
            <a:r>
              <a:rPr lang="en-US" sz="24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nouveau projet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6750" y="733425"/>
            <a:ext cx="7810500" cy="1079897"/>
          </a:xfrm>
          <a:prstGeom prst="roundRect">
            <a:avLst>
              <a:gd name="adj" fmla="val 705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847725"/>
            <a:ext cx="76558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complète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9150" y="1110555"/>
            <a:ext cx="76558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Inclut Twig, Doctrine, Security, Forms, etc.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19150" y="1359991"/>
            <a:ext cx="7505700" cy="339030"/>
          </a:xfrm>
          <a:prstGeom prst="roundRect">
            <a:avLst>
              <a:gd name="adj" fmla="val 1123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1436191"/>
            <a:ext cx="74615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 new mon_projet --webapp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6750" y="1927622"/>
            <a:ext cx="7810500" cy="1079897"/>
          </a:xfrm>
          <a:prstGeom prst="roundRect">
            <a:avLst>
              <a:gd name="adj" fmla="val 705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9150" y="2041922"/>
            <a:ext cx="76558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Microservice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9150" y="2304752"/>
            <a:ext cx="76558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minimale pour API REST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19150" y="2554188"/>
            <a:ext cx="7505700" cy="339030"/>
          </a:xfrm>
          <a:prstGeom prst="roundRect">
            <a:avLst>
              <a:gd name="adj" fmla="val 1123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2630388"/>
            <a:ext cx="74615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 new mon_api</a:t>
            </a:r>
            <a:endParaRPr lang="en-US" sz="1050" dirty="0"/>
          </a:p>
        </p:txBody>
      </p:sp>
      <p:pic>
        <p:nvPicPr>
          <p:cNvPr id="13" name="Image 0" descr="/tmp/rasterized-gradient-745e96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3121819"/>
            <a:ext cx="7810500" cy="80754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9150" y="3236119"/>
            <a:ext cx="76558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 le serveur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9150" y="3476030"/>
            <a:ext cx="7505700" cy="339030"/>
          </a:xfrm>
          <a:prstGeom prst="roundRect">
            <a:avLst>
              <a:gd name="adj" fmla="val 11238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914400" y="3552230"/>
            <a:ext cx="74615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cd mon_projet &amp;&amp; symfony server:start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238125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d'un projet Symfony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6750" y="638175"/>
            <a:ext cx="3786188" cy="479971"/>
          </a:xfrm>
          <a:prstGeom prst="roundRect">
            <a:avLst>
              <a:gd name="adj" fmla="val 119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1050" y="714375"/>
            <a:ext cx="3628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📁 bin/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781050" y="895350"/>
            <a:ext cx="3628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Symfony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66750" y="1327696"/>
            <a:ext cx="3786188" cy="479971"/>
          </a:xfrm>
          <a:prstGeom prst="roundRect">
            <a:avLst>
              <a:gd name="adj" fmla="val 119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050" y="1403896"/>
            <a:ext cx="3628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📁 config/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81050" y="1584871"/>
            <a:ext cx="3628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YAML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66750" y="2017216"/>
            <a:ext cx="3786188" cy="479971"/>
          </a:xfrm>
          <a:prstGeom prst="roundRect">
            <a:avLst>
              <a:gd name="adj" fmla="val 119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1050" y="2093416"/>
            <a:ext cx="3628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📁 public/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81050" y="2274391"/>
            <a:ext cx="3628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d'entrée web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66750" y="2706737"/>
            <a:ext cx="3786188" cy="479971"/>
          </a:xfrm>
          <a:prstGeom prst="roundRect">
            <a:avLst>
              <a:gd name="adj" fmla="val 119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1050" y="2782937"/>
            <a:ext cx="3628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📁 src/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81050" y="2963912"/>
            <a:ext cx="3628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source PHP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81050" y="3396258"/>
            <a:ext cx="3671888" cy="209550"/>
          </a:xfrm>
          <a:prstGeom prst="roundRect">
            <a:avLst>
              <a:gd name="adj" fmla="val 27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3434358"/>
            <a:ext cx="3589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📂 Controller/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1050" y="3815358"/>
            <a:ext cx="3671888" cy="209550"/>
          </a:xfrm>
          <a:prstGeom prst="roundRect">
            <a:avLst>
              <a:gd name="adj" fmla="val 27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7250" y="3853458"/>
            <a:ext cx="3589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📂 Entity/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1050" y="4234458"/>
            <a:ext cx="3671888" cy="209550"/>
          </a:xfrm>
          <a:prstGeom prst="roundRect">
            <a:avLst>
              <a:gd name="adj" fmla="val 27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7250" y="4272558"/>
            <a:ext cx="3589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📂 Repository/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1063" y="921990"/>
            <a:ext cx="3786188" cy="479971"/>
          </a:xfrm>
          <a:prstGeom prst="roundRect">
            <a:avLst>
              <a:gd name="adj" fmla="val 119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5363" y="998190"/>
            <a:ext cx="3628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📁 templates/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05363" y="1179165"/>
            <a:ext cx="3628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Twig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91063" y="1611511"/>
            <a:ext cx="3786188" cy="479971"/>
          </a:xfrm>
          <a:prstGeom prst="roundRect">
            <a:avLst>
              <a:gd name="adj" fmla="val 119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05363" y="1687711"/>
            <a:ext cx="3628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📁 var/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805363" y="1868686"/>
            <a:ext cx="3628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et logs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91063" y="2301032"/>
            <a:ext cx="3786188" cy="479971"/>
          </a:xfrm>
          <a:prstGeom prst="roundRect">
            <a:avLst>
              <a:gd name="adj" fmla="val 119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5363" y="2377232"/>
            <a:ext cx="3628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📁 vendor/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805363" y="2558207"/>
            <a:ext cx="3628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Dépendances Composer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91063" y="2990552"/>
            <a:ext cx="3786188" cy="479971"/>
          </a:xfrm>
          <a:prstGeom prst="roundRect">
            <a:avLst>
              <a:gd name="adj" fmla="val 119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05363" y="3066752"/>
            <a:ext cx="3628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📄 .env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4805363" y="3247727"/>
            <a:ext cx="3628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d'environnement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91063" y="3680073"/>
            <a:ext cx="3786188" cy="479971"/>
          </a:xfrm>
          <a:prstGeom prst="roundRect">
            <a:avLst>
              <a:gd name="adj" fmla="val 119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5363" y="3756273"/>
            <a:ext cx="3628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📄 composer.json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4805363" y="3937248"/>
            <a:ext cx="3628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Dépendances du projet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238125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premier contrôleur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6750" y="63817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Générer le contrôleur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6750" y="855315"/>
            <a:ext cx="3810000" cy="76200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950565"/>
            <a:ext cx="36530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console make:controller HelloController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6750" y="186496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Résultat dans src/Controller/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6750" y="2082105"/>
            <a:ext cx="3810000" cy="2476500"/>
          </a:xfrm>
          <a:prstGeom prst="roundRect">
            <a:avLst>
              <a:gd name="adj" fmla="val 230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1050" y="2177355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HelloController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1050" y="2463105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1050" y="2748855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#[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'/hello/{name}'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1050" y="3034605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function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index($name)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1050" y="3320355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050" y="3606105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$this-&gt;render(...);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1050" y="3891855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1050" y="4177605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7250" y="135255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Concepts clés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7250" y="1569690"/>
            <a:ext cx="3810000" cy="104775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81550" y="1664940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#[Route]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Attribut PHP 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81550" y="1950690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render()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Rendu Twig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81550" y="2236440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{name}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Paramètre URL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7250" y="286509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Tester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7250" y="3082230"/>
            <a:ext cx="3810000" cy="76200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1550" y="3177480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server:start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81550" y="3463230"/>
            <a:ext cx="3653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http://127.0.0.1:8000/hello/World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238125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22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Twig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6750" y="619125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Syntaxe de base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6750" y="836265"/>
            <a:ext cx="3848100" cy="9525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91246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}}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Afficher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117916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if/for/block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%}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Logique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144586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{# Commentaire #}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29150" y="619125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utiles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29150" y="836265"/>
            <a:ext cx="3848100" cy="68580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24400" y="91246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|upper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}}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|date('d/m/Y')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4400" y="117916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|escape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}}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|length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750" y="1903065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Héritage de templates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6750" y="2120205"/>
            <a:ext cx="3848100" cy="68580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219640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'base.html.twig'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2000" y="246310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content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%}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endblock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29150" y="1903065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hello/index.html.twig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29150" y="2120205"/>
            <a:ext cx="3848100" cy="1219200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4400" y="219640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'base.html.twig'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24400" y="246310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body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%}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24400" y="272980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&lt;h1&gt;Bonjour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}}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!&lt;/h1&gt;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24400" y="299650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endblock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%}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238125"/>
            <a:ext cx="46051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750"/>
              </a:spcAft>
              <a:buNone/>
            </a:pPr>
            <a:r>
              <a:rPr lang="en-US" sz="225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Doctrine ORM - Base de données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6750" y="619125"/>
            <a:ext cx="3833812" cy="590401"/>
          </a:xfrm>
          <a:prstGeom prst="roundRect">
            <a:avLst>
              <a:gd name="adj" fmla="val 96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1050" y="809476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8B3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3976" y="834182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5850" y="714375"/>
            <a:ext cx="178947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(.env)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085850" y="891480"/>
            <a:ext cx="1754386" cy="222796"/>
          </a:xfrm>
          <a:prstGeom prst="roundRect">
            <a:avLst>
              <a:gd name="adj" fmla="val 171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929580"/>
            <a:ext cx="1672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DATABASE_URL="mysql://..."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66750" y="1438126"/>
            <a:ext cx="3833812" cy="590401"/>
          </a:xfrm>
          <a:prstGeom prst="roundRect">
            <a:avLst>
              <a:gd name="adj" fmla="val 96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1050" y="1628477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8B3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3976" y="165318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85850" y="1533376"/>
            <a:ext cx="16608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la base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85850" y="1710482"/>
            <a:ext cx="1628329" cy="222796"/>
          </a:xfrm>
          <a:prstGeom prst="roundRect">
            <a:avLst>
              <a:gd name="adj" fmla="val 171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43000" y="1748582"/>
            <a:ext cx="15443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doctrine:database:create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66750" y="2257127"/>
            <a:ext cx="3833812" cy="590401"/>
          </a:xfrm>
          <a:prstGeom prst="roundRect">
            <a:avLst>
              <a:gd name="adj" fmla="val 96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1050" y="2447479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8B3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3976" y="2472184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5850" y="2352377"/>
            <a:ext cx="13392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entité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085850" y="2529483"/>
            <a:ext cx="1312962" cy="222796"/>
          </a:xfrm>
          <a:prstGeom prst="roundRect">
            <a:avLst>
              <a:gd name="adj" fmla="val 171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43000" y="2567583"/>
            <a:ext cx="1222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make:entity Product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43438" y="619125"/>
            <a:ext cx="3833812" cy="590401"/>
          </a:xfrm>
          <a:prstGeom prst="roundRect">
            <a:avLst>
              <a:gd name="adj" fmla="val 96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57738" y="809476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8B3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30663" y="834182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62538" y="714375"/>
            <a:ext cx="109496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migration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062538" y="891480"/>
            <a:ext cx="1073497" cy="222796"/>
          </a:xfrm>
          <a:prstGeom prst="roundRect">
            <a:avLst>
              <a:gd name="adj" fmla="val 171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19688" y="929580"/>
            <a:ext cx="9783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make:migration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43438" y="1438126"/>
            <a:ext cx="3833812" cy="590401"/>
          </a:xfrm>
          <a:prstGeom prst="roundRect">
            <a:avLst>
              <a:gd name="adj" fmla="val 96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57738" y="1628477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8B3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0663" y="165318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62538" y="1533376"/>
            <a:ext cx="185383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migration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062538" y="1710482"/>
            <a:ext cx="1817489" cy="222796"/>
          </a:xfrm>
          <a:prstGeom prst="roundRect">
            <a:avLst>
              <a:gd name="adj" fmla="val 171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19688" y="1748582"/>
            <a:ext cx="1737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doctrine:migrations:migrate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43438" y="2257127"/>
            <a:ext cx="3833812" cy="590401"/>
          </a:xfrm>
          <a:prstGeom prst="roundRect">
            <a:avLst>
              <a:gd name="adj" fmla="val 96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57738" y="2447479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8B3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30663" y="2472184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62538" y="2352377"/>
            <a:ext cx="121049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CRUD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5062538" y="2529483"/>
            <a:ext cx="1186755" cy="222796"/>
          </a:xfrm>
          <a:prstGeom prst="roundRect">
            <a:avLst>
              <a:gd name="adj" fmla="val 171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119688" y="2567583"/>
            <a:ext cx="10939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make:crud Product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125"/>
              </a:spcAft>
              <a:buNone/>
            </a:pPr>
            <a:r>
              <a:rPr lang="en-US" sz="24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de développement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6750" y="733425"/>
            <a:ext cx="3848100" cy="617190"/>
          </a:xfrm>
          <a:prstGeom prst="roundRect">
            <a:avLst>
              <a:gd name="adj" fmla="val 123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100" y="847725"/>
            <a:ext cx="36530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Debug Toolbar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800100" y="1076325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en bas de page : requêtes, logs, SQL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29150" y="733425"/>
            <a:ext cx="3848100" cy="617190"/>
          </a:xfrm>
          <a:prstGeom prst="roundRect">
            <a:avLst>
              <a:gd name="adj" fmla="val 123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0" y="847725"/>
            <a:ext cx="36530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Profiler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762500" y="1076325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détaillée via /_profiler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6750" y="1464915"/>
            <a:ext cx="3848100" cy="718096"/>
          </a:xfrm>
          <a:prstGeom prst="roundRect">
            <a:avLst>
              <a:gd name="adj" fmla="val 106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1579215"/>
            <a:ext cx="36530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de debug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00100" y="1807815"/>
            <a:ext cx="3581400" cy="260896"/>
          </a:xfrm>
          <a:prstGeom prst="roundRect">
            <a:avLst>
              <a:gd name="adj" fmla="val 146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95350" y="1864965"/>
            <a:ext cx="34587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dump($variable); dd($var);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29150" y="1464915"/>
            <a:ext cx="3848100" cy="718096"/>
          </a:xfrm>
          <a:prstGeom prst="roundRect">
            <a:avLst>
              <a:gd name="adj" fmla="val 106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0" y="1579215"/>
            <a:ext cx="36530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des routes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62500" y="1807815"/>
            <a:ext cx="3581400" cy="260896"/>
          </a:xfrm>
          <a:prstGeom prst="roundRect">
            <a:avLst>
              <a:gd name="adj" fmla="val 146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7750" y="1864965"/>
            <a:ext cx="34587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 console debug:router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66750" y="2297311"/>
            <a:ext cx="3848100" cy="718096"/>
          </a:xfrm>
          <a:prstGeom prst="roundRect">
            <a:avLst>
              <a:gd name="adj" fmla="val 106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2411611"/>
            <a:ext cx="36530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du container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00100" y="2640211"/>
            <a:ext cx="3581400" cy="260896"/>
          </a:xfrm>
          <a:prstGeom prst="roundRect">
            <a:avLst>
              <a:gd name="adj" fmla="val 146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95350" y="2697361"/>
            <a:ext cx="34587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 console debug:container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29150" y="2297311"/>
            <a:ext cx="3848100" cy="718096"/>
          </a:xfrm>
          <a:prstGeom prst="roundRect">
            <a:avLst>
              <a:gd name="adj" fmla="val 106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500" y="2411611"/>
            <a:ext cx="36530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Vider le cache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762500" y="2640211"/>
            <a:ext cx="3581400" cy="260896"/>
          </a:xfrm>
          <a:prstGeom prst="roundRect">
            <a:avLst>
              <a:gd name="adj" fmla="val 146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7750" y="2697361"/>
            <a:ext cx="34587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 console cache:clear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381000"/>
            <a:ext cx="52172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pour aller plus loin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62025"/>
            <a:ext cx="3833812" cy="959941"/>
          </a:xfrm>
          <a:prstGeom prst="roundRect">
            <a:avLst>
              <a:gd name="adj" fmla="val 99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1038" y="962025"/>
            <a:ext cx="0" cy="959941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6775" y="1133475"/>
            <a:ext cx="35315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officielle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866775" y="1403896"/>
            <a:ext cx="35315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Complète et mise à jour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6775" y="1590526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symfony.com/doc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3438" y="962025"/>
            <a:ext cx="3833812" cy="959941"/>
          </a:xfrm>
          <a:prstGeom prst="roundRect">
            <a:avLst>
              <a:gd name="adj" fmla="val 99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57725" y="962025"/>
            <a:ext cx="0" cy="959941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3463" y="1133475"/>
            <a:ext cx="35315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SymfonyCasts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4843463" y="1403896"/>
            <a:ext cx="35315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Tutoriels vidéo de qualité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3463" y="1590526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symfonycasts.com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6750" y="2064841"/>
            <a:ext cx="3833812" cy="959941"/>
          </a:xfrm>
          <a:prstGeom prst="roundRect">
            <a:avLst>
              <a:gd name="adj" fmla="val 99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81038" y="2064841"/>
            <a:ext cx="0" cy="959941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775" y="2236291"/>
            <a:ext cx="35315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Symfony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866775" y="2506712"/>
            <a:ext cx="35315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Communauté active et bienveillante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6775" y="2693343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symfony.com/slack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3438" y="2064841"/>
            <a:ext cx="3833812" cy="959941"/>
          </a:xfrm>
          <a:prstGeom prst="roundRect">
            <a:avLst>
              <a:gd name="adj" fmla="val 99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57725" y="2064841"/>
            <a:ext cx="0" cy="959941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3463" y="2236291"/>
            <a:ext cx="35315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AFUP / SymfonyLive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4843463" y="2506712"/>
            <a:ext cx="35315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Conférences et meetups en France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3463" y="2693343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afup.org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6750" y="3167658"/>
            <a:ext cx="3833812" cy="959941"/>
          </a:xfrm>
          <a:prstGeom prst="roundRect">
            <a:avLst>
              <a:gd name="adj" fmla="val 99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81038" y="3167658"/>
            <a:ext cx="0" cy="959941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6775" y="3339108"/>
            <a:ext cx="35315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Symfony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866775" y="3609529"/>
            <a:ext cx="35315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source et issues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6775" y="3796159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github.com/symfony/symfony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43438" y="3167658"/>
            <a:ext cx="3833812" cy="959941"/>
          </a:xfrm>
          <a:prstGeom prst="roundRect">
            <a:avLst>
              <a:gd name="adj" fmla="val 99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57725" y="3167658"/>
            <a:ext cx="0" cy="959941"/>
          </a:xfrm>
          <a:prstGeom prst="line">
            <a:avLst/>
          </a:prstGeom>
          <a:noFill/>
          <a:ln w="28575">
            <a:solidFill>
              <a:srgbClr val="18B3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3463" y="3339108"/>
            <a:ext cx="35315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Symfony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4843463" y="3609529"/>
            <a:ext cx="35315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Valorisez vos compétences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3463" y="3796159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certification.symfony.com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5465" y="381000"/>
            <a:ext cx="39930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18B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2500" y="1123950"/>
            <a:ext cx="7239000" cy="1999655"/>
          </a:xfrm>
          <a:prstGeom prst="roundRect">
            <a:avLst>
              <a:gd name="adj" fmla="val 571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90625" y="1362075"/>
            <a:ext cx="6898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125"/>
              </a:spcAft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 des commandes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90625" y="1733550"/>
            <a:ext cx="136017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 projet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619375" y="1733550"/>
            <a:ext cx="19431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 new projet --webapp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619625" y="1733550"/>
            <a:ext cx="136017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local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48375" y="1733550"/>
            <a:ext cx="15209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symfony server:start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190625" y="2175272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Contrôleur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619375" y="2175272"/>
            <a:ext cx="11406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make:controller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19625" y="2175272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48375" y="2175272"/>
            <a:ext cx="836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make:entity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2443758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619375" y="2443758"/>
            <a:ext cx="1064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make:migration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19625" y="2443758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048375" y="2443758"/>
            <a:ext cx="6844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make:crud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90625" y="2712244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routes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619375" y="2712244"/>
            <a:ext cx="9124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debug:router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619625" y="2712244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Vider cache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048375" y="2712244"/>
            <a:ext cx="836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FB9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cache:clear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à Symfony</dc:title>
  <dc:subject>Framework PHP Symfony</dc:subject>
  <dc:creator>DEUST</dc:creator>
  <cp:lastModifiedBy>DEUST</cp:lastModifiedBy>
  <cp:revision>1</cp:revision>
  <dcterms:created xsi:type="dcterms:W3CDTF">2026-01-08T11:14:43Z</dcterms:created>
  <dcterms:modified xsi:type="dcterms:W3CDTF">2026-01-08T11:14:43Z</dcterms:modified>
</cp:coreProperties>
</file>